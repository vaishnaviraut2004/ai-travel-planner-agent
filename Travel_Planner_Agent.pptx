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84" r:id="rId5"/>
    <p:sldId id="285" r:id="rId6"/>
    <p:sldId id="281" r:id="rId7"/>
    <p:sldId id="262" r:id="rId8"/>
    <p:sldId id="264" r:id="rId9"/>
    <p:sldId id="286" r:id="rId10"/>
    <p:sldId id="291" r:id="rId11"/>
    <p:sldId id="292" r:id="rId12"/>
    <p:sldId id="287" r:id="rId13"/>
    <p:sldId id="290" r:id="rId14"/>
    <p:sldId id="288" r:id="rId15"/>
    <p:sldId id="289" r:id="rId16"/>
    <p:sldId id="277" r:id="rId17"/>
    <p:sldId id="280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>
        <p:scale>
          <a:sx n="75" d="100"/>
          <a:sy n="75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vaishraut2004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hyperlink" Target="mailto:vsraut2004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ishnaviRaut2004/AI-Travel-Planner-Agen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604517270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Vaishnavi Sudhir Raut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vaishraut2004@gmail.com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4"/>
                        </a:rPr>
                        <a:t>vsraut2004@gmail.com</a:t>
                      </a: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9021803545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IN" sz="2400" b="1" dirty="0">
                <a:highlight>
                  <a:srgbClr val="FFFF00"/>
                </a:highlight>
              </a:rPr>
              <a:t>Travel &amp; Tourism</a:t>
            </a:r>
            <a:r>
              <a:rPr lang="en-IN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IN" sz="2400" b="1" dirty="0">
                <a:highlight>
                  <a:srgbClr val="FFFF00"/>
                </a:highlight>
                <a:latin typeface="+mj-lt"/>
                <a:cs typeface="Times New Roman" panose="02020603050405020304" pitchFamily="18" charset="0"/>
              </a:rPr>
              <a:t>AI Travel Planner Agent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6B9DA2-A95E-5C44-F55A-0A8651D17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690" y="3683879"/>
            <a:ext cx="1007396" cy="1067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165753"/>
            <a:ext cx="1060704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endParaRPr lang="en-US" b="1" dirty="0"/>
          </a:p>
          <a:p>
            <a:pPr fontAlgn="base">
              <a:lnSpc>
                <a:spcPct val="150000"/>
              </a:lnSpc>
            </a:pPr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>
              <a:lnSpc>
                <a:spcPct val="150000"/>
              </a:lnSpc>
            </a:pPr>
            <a:r>
              <a:rPr lang="en-IN" dirty="0"/>
              <a:t>Travel planning can be overwhelming, requiring users to search multiple platforms for destinations, accommodations, transportation, weather updates, and local recommendations. Creating a personalized itinerary that matches budget, interests, travel dates, and preferences is often time-consuming and inefficient. Without intelligent assistance, </a:t>
            </a:r>
            <a:r>
              <a:rPr lang="en-IN" dirty="0" err="1"/>
              <a:t>travelers</a:t>
            </a:r>
            <a:r>
              <a:rPr lang="en-IN" dirty="0"/>
              <a:t> may miss important information, overspend, or fail to optimize their travel experience.</a:t>
            </a:r>
            <a:endParaRPr lang="en-US" dirty="0"/>
          </a:p>
          <a:p>
            <a:pPr fontAlgn="base">
              <a:lnSpc>
                <a:spcPct val="150000"/>
              </a:lnSpc>
            </a:pPr>
            <a:endParaRPr lang="en-US" dirty="0"/>
          </a:p>
          <a:p>
            <a:pPr fontAlgn="base">
              <a:lnSpc>
                <a:spcPct val="150000"/>
              </a:lnSpc>
            </a:pPr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>
              <a:lnSpc>
                <a:spcPct val="150000"/>
              </a:lnSpc>
            </a:pPr>
            <a:r>
              <a:rPr lang="en-IN" dirty="0"/>
              <a:t>Build an AI-powered Travel Planner Agent that delivers personalized travel planning and recommendations for individuals, families, and groups. The solution should:</a:t>
            </a:r>
          </a:p>
          <a:p>
            <a:pPr>
              <a:lnSpc>
                <a:spcPct val="150000"/>
              </a:lnSpc>
            </a:pPr>
            <a:r>
              <a:rPr lang="en-IN" b="1" dirty="0"/>
              <a:t>Personalized Travel Plans</a:t>
            </a:r>
            <a:r>
              <a:rPr lang="en-IN" dirty="0"/>
              <a:t> – Generate customized itineraries based on destination, budget, travel dates, number of </a:t>
            </a:r>
            <a:r>
              <a:rPr lang="en-IN" dirty="0" err="1"/>
              <a:t>travelers</a:t>
            </a:r>
            <a:r>
              <a:rPr lang="en-IN" dirty="0"/>
              <a:t>, and interests.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Destination Discovery</a:t>
            </a:r>
            <a:r>
              <a:rPr lang="en-IN" dirty="0"/>
              <a:t> – Recommend suitable attractions, activities, hotels, and local experiences tailored to user preferences.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Budget Optimization</a:t>
            </a:r>
            <a:r>
              <a:rPr lang="en-IN" dirty="0"/>
              <a:t> – Provide estimated travel expenses, accommodation costs, transportation options, and budget breakdowns.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Real-Time Travel Assistance</a:t>
            </a:r>
            <a:r>
              <a:rPr lang="en-IN" dirty="0"/>
              <a:t> – Incorporate weather information, travel alerts, and local guidance to improve trip planning and decision-making.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Cloud Lite</a:t>
            </a:r>
            <a:r>
              <a:rPr lang="en-IN" dirty="0"/>
              <a:t> – Cloud platform for hosting and AI services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watsonx.ai</a:t>
            </a:r>
            <a:r>
              <a:rPr lang="en-IN" dirty="0"/>
              <a:t> – AI platform for generating travel recommendations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Granite Model</a:t>
            </a:r>
            <a:r>
              <a:rPr lang="en-IN" dirty="0"/>
              <a:t> – Large Language Model for itinerary generation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React.js</a:t>
            </a:r>
            <a:r>
              <a:rPr lang="en-IN" dirty="0"/>
              <a:t> – Frontend development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Vite</a:t>
            </a:r>
            <a:r>
              <a:rPr lang="en-IN" dirty="0"/>
              <a:t> – Fast frontend build tool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Tailwind CSS</a:t>
            </a:r>
            <a:r>
              <a:rPr lang="en-IN" dirty="0"/>
              <a:t> – Responsive and modern UI design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FastAPI</a:t>
            </a:r>
            <a:r>
              <a:rPr lang="en-IN" dirty="0"/>
              <a:t> – Backend API development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Python</a:t>
            </a:r>
            <a:r>
              <a:rPr lang="en-IN" dirty="0"/>
              <a:t> – Backend programming language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REST APIs</a:t>
            </a:r>
            <a:r>
              <a:rPr lang="en-IN" dirty="0"/>
              <a:t> – Communication between frontend and backend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Multi-Agent Architecture</a:t>
            </a:r>
            <a:r>
              <a:rPr lang="en-IN" dirty="0"/>
              <a:t> –  Destination, Budget, Itinerary, Weather, and Travel Tips Agents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Git &amp; GitHub</a:t>
            </a:r>
            <a:r>
              <a:rPr lang="en-IN" dirty="0"/>
              <a:t> – Version control and project repository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40426"/>
            <a:ext cx="10607040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 Develop an AI-Powered Travel Planner Agent using IBM watsonx.ai, IBM Granite Model and IBM Cloud Lite that generates personalized travel plans based on user preferences, budget, travel dates, and interests.</a:t>
            </a:r>
          </a:p>
          <a:p>
            <a:pPr>
              <a:lnSpc>
                <a:spcPct val="150000"/>
              </a:lnSpc>
            </a:pPr>
            <a:r>
              <a:rPr lang="en-IN" dirty="0"/>
              <a:t>The system utilizes a Multi-Agent Architecture consisting of Destination, Budget, Itinerary, Weather, and Travel Tips Agents to provide: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Personalized destination recommendations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Day-wise travel itineraries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Budget analysis and cost optimization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Hotel and transportation suggestions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Weather insights and travel alerts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Local attractions, food, and travel tips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 modern interactive dashboard presents all recommendations in an easy-to-understand format, enabling users to plan their trips efficiently and make informed travel decisions.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Outcome:</a:t>
            </a:r>
            <a:r>
              <a:rPr lang="en-IN" dirty="0"/>
              <a:t> A smart, AI-driven travel assistant that transforms complex trip planning into a seamless, personalized, and enjoyable experience.</a:t>
            </a:r>
          </a:p>
          <a:p>
            <a:pPr fontAlgn="base">
              <a:lnSpc>
                <a:spcPct val="150000"/>
              </a:lnSpc>
            </a:pP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47750" y="878915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IN" sz="2400" b="1" dirty="0"/>
              <a:t>Workflow Components Used –</a:t>
            </a:r>
            <a:endParaRPr lang="en-IN" sz="24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65321" y="1422182"/>
            <a:ext cx="8823960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User Input Node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Travel Orchestrator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IBM Granite Model Node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Destination Agent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Budget Agent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Itinerary Agent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Weather Agent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Output Dashboard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498261" y="16320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blueprint: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37E6DF-47EB-5776-8F98-C2F6D71DA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11717"/>
            <a:ext cx="10454640" cy="5971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Role of Agentic AI in the solution 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03504" y="1167493"/>
            <a:ext cx="7406640" cy="3714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</a:t>
            </a:r>
            <a:r>
              <a:rPr lang="en-IN" b="1" dirty="0"/>
              <a:t>AI Travel Planner Agent</a:t>
            </a:r>
          </a:p>
          <a:p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Understands user preferences</a:t>
            </a:r>
            <a:r>
              <a:rPr lang="en-IN" dirty="0"/>
              <a:t> such as destination, budget, travel dates, and interests.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Coordinates multiple specialized agents</a:t>
            </a:r>
            <a:r>
              <a:rPr lang="en-IN" dirty="0"/>
              <a:t> to perform different travel-planning tasks.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Generates personalized travel itineraries</a:t>
            </a:r>
            <a:r>
              <a:rPr lang="en-IN" dirty="0"/>
              <a:t> tailored to individual requirements.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Optimizes travel budgets</a:t>
            </a:r>
            <a:r>
              <a:rPr lang="en-IN" dirty="0"/>
              <a:t> by recommending cost-effective accommodation and transportation.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Provides intelligent recommendations</a:t>
            </a:r>
            <a:r>
              <a:rPr lang="en-IN" dirty="0"/>
              <a:t> for attractions, food, hotels, and activities. </a:t>
            </a:r>
            <a:r>
              <a:rPr lang="en-IN" b="1" dirty="0" err="1"/>
              <a:t>Analyzes</a:t>
            </a:r>
            <a:r>
              <a:rPr lang="en-IN" b="1" dirty="0"/>
              <a:t> weather and travel conditions</a:t>
            </a:r>
            <a:r>
              <a:rPr lang="en-IN" dirty="0"/>
              <a:t> to improve trip planning.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Offers travel alerts, safety tips, and local guidance</a:t>
            </a:r>
            <a:r>
              <a:rPr lang="en-IN" dirty="0"/>
              <a:t> for a better travel experience. </a:t>
            </a:r>
            <a:r>
              <a:rPr lang="en-IN" b="1" dirty="0"/>
              <a:t>Combines outputs from all agents</a:t>
            </a:r>
            <a:r>
              <a:rPr lang="en-IN" dirty="0"/>
              <a:t> into a single, comprehensive travel plan.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Multi-Agent AI Architecture</a:t>
            </a:r>
            <a:r>
              <a:rPr lang="en-IN" dirty="0"/>
              <a:t> – Uses specialized AI agents for destination planning, budgeting, itinerary generation, weather analysis, and travel recommendations.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Personalized Travel Planning</a:t>
            </a:r>
            <a:r>
              <a:rPr lang="en-IN" dirty="0"/>
              <a:t> – Creates customized travel plans based on user preferences, budget, dates, and interests.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IBM watsonx.ai Powered</a:t>
            </a:r>
            <a:r>
              <a:rPr lang="en-IN" dirty="0"/>
              <a:t> –  Leverages IBM Granite Model for intelligent travel recommendations and personalized itinerary generation.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Smart Budget Optimization</a:t>
            </a:r>
            <a:r>
              <a:rPr lang="en-IN" dirty="0"/>
              <a:t> – Provides cost-effective suggestions for accommodation, transportation, and activities.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Weather-Aware Recommendations</a:t>
            </a:r>
            <a:r>
              <a:rPr lang="en-IN" dirty="0"/>
              <a:t> – Incorporates weather insights and travel alerts into itinerary planning.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Interactive Travel Dashboard</a:t>
            </a:r>
            <a:r>
              <a:rPr lang="en-IN" dirty="0"/>
              <a:t> – Displays itineraries, budgets, hotels, attractions, transport options, and travel tips in a user-friendly dashboard.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End-to-End Travel Assistance</a:t>
            </a:r>
            <a:r>
              <a:rPr lang="en-IN" dirty="0"/>
              <a:t> – Combines destination discovery, itinerary generation, travel guidance, and safety recommendations in one platform.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🔹 </a:t>
            </a:r>
            <a:r>
              <a:rPr lang="en-IN" b="1" dirty="0"/>
              <a:t>Scalable Agentic AI Framework</a:t>
            </a:r>
            <a:r>
              <a:rPr lang="en-IN" dirty="0"/>
              <a:t> – Easily extendable with future integrations such as live booking, maps, and real-time travel services.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937576-9F20-6EF8-E74C-92C78679BA7F}"/>
              </a:ext>
            </a:extLst>
          </p:cNvPr>
          <p:cNvSpPr txBox="1"/>
          <p:nvPr/>
        </p:nvSpPr>
        <p:spPr>
          <a:xfrm>
            <a:off x="236630" y="37377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IBM Tools &amp; Platform Usage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28E0A4-6564-80E6-A8B1-92070BCEA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1327353"/>
            <a:ext cx="5963919" cy="47709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C48D6B-FB44-86E2-E02C-5016BA0A5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157" y="1327353"/>
            <a:ext cx="5987843" cy="477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16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411A70-6703-524A-58E8-EF6F5207F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0"/>
            <a:ext cx="11236960" cy="2940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1EABD5-B3C9-5ACE-F716-C2D498CBA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" y="2940258"/>
            <a:ext cx="11236960" cy="373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90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37C315-0DEB-7322-9E03-49281486FFD2}"/>
              </a:ext>
            </a:extLst>
          </p:cNvPr>
          <p:cNvSpPr txBox="1"/>
          <p:nvPr/>
        </p:nvSpPr>
        <p:spPr>
          <a:xfrm>
            <a:off x="508000" y="349265"/>
            <a:ext cx="802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AI Travel Planner Agent – User Interface &amp;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790B7-1398-12BE-DD32-7458BD48A13E}"/>
              </a:ext>
            </a:extLst>
          </p:cNvPr>
          <p:cNvSpPr txBox="1"/>
          <p:nvPr/>
        </p:nvSpPr>
        <p:spPr>
          <a:xfrm>
            <a:off x="6532880" y="139192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BCEF49-C455-6C5B-8094-62C190D0894A}"/>
              </a:ext>
            </a:extLst>
          </p:cNvPr>
          <p:cNvSpPr txBox="1"/>
          <p:nvPr/>
        </p:nvSpPr>
        <p:spPr>
          <a:xfrm>
            <a:off x="883920" y="1530568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2B2879-8EF0-2F70-E0E2-3C4238EDA37A}"/>
              </a:ext>
            </a:extLst>
          </p:cNvPr>
          <p:cNvSpPr txBox="1"/>
          <p:nvPr/>
        </p:nvSpPr>
        <p:spPr>
          <a:xfrm>
            <a:off x="6604002" y="407924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D27D4B-63AB-84AF-A90F-7B3463E883AF}"/>
              </a:ext>
            </a:extLst>
          </p:cNvPr>
          <p:cNvSpPr txBox="1"/>
          <p:nvPr/>
        </p:nvSpPr>
        <p:spPr>
          <a:xfrm>
            <a:off x="965200" y="423164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DB9938-1976-CA88-4EE5-AEAE79A2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" y="1275080"/>
            <a:ext cx="10087769" cy="465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05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74E7-1BD8-B9A6-E9C0-78B4FE6F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5187313-5EF2-8F7B-77C2-629DE382E5ED}"/>
              </a:ext>
            </a:extLst>
          </p:cNvPr>
          <p:cNvSpPr txBox="1"/>
          <p:nvPr/>
        </p:nvSpPr>
        <p:spPr>
          <a:xfrm>
            <a:off x="6532880" y="139192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9210D-9E29-CA19-93EF-6EEEADEE33D5}"/>
              </a:ext>
            </a:extLst>
          </p:cNvPr>
          <p:cNvSpPr txBox="1"/>
          <p:nvPr/>
        </p:nvSpPr>
        <p:spPr>
          <a:xfrm>
            <a:off x="883920" y="1530568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4609E-D38E-2A02-95FB-F458596D6EC0}"/>
              </a:ext>
            </a:extLst>
          </p:cNvPr>
          <p:cNvSpPr txBox="1"/>
          <p:nvPr/>
        </p:nvSpPr>
        <p:spPr>
          <a:xfrm>
            <a:off x="6604002" y="407924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6D2AB-7E15-1892-18AE-641BF53E94D8}"/>
              </a:ext>
            </a:extLst>
          </p:cNvPr>
          <p:cNvSpPr txBox="1"/>
          <p:nvPr/>
        </p:nvSpPr>
        <p:spPr>
          <a:xfrm>
            <a:off x="965200" y="4231640"/>
            <a:ext cx="4775200" cy="2407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AF7E52-3B61-8BF4-8B77-D431383AC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20" y="218440"/>
            <a:ext cx="9763760" cy="592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05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C00021-611E-1E1F-A4F6-3139260F5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3680"/>
            <a:ext cx="6685915" cy="294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1C149C-D511-96E5-7D0E-35A6ECFA8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720" y="1930400"/>
            <a:ext cx="939800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53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A86A63-37FC-59B7-C87B-3E43B59B5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" y="274320"/>
            <a:ext cx="11054080" cy="622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78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/>
              <a:t>Source code, project documentation, and implementation details are available in the repository.</a:t>
            </a:r>
            <a:endParaRPr lang="en-IN"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https://github.com/VaishnaviRaut2004/AI-Travel-Planner-Agent</a:t>
            </a:r>
            <a:endParaRPr lang="en-IN"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Real-Time Booking Integration</a:t>
            </a:r>
            <a:r>
              <a:rPr lang="en-IN" dirty="0"/>
              <a:t> – Direct integration with airline, train, bus, and hotel booking platforms for instant reservations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Live Travel Updates</a:t>
            </a:r>
            <a:r>
              <a:rPr lang="en-IN" dirty="0"/>
              <a:t> – Real-time weather forecasts, flight delays, traffic conditions, and travel advisories. 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Voice-Based Travel Assistant</a:t>
            </a:r>
            <a:r>
              <a:rPr lang="en-IN" dirty="0"/>
              <a:t> – Allow users to plan and manage trips using voice commands and conversational AI. 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Multi-Language Support</a:t>
            </a:r>
            <a:r>
              <a:rPr lang="en-IN" dirty="0"/>
              <a:t> – Generate travel plans and recommendations in multiple languages for global users. 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Smart Route Optimization</a:t>
            </a:r>
            <a:r>
              <a:rPr lang="en-IN" dirty="0"/>
              <a:t> – AI-powered route planning based on traffic, weather, and </a:t>
            </a:r>
            <a:r>
              <a:rPr lang="en-IN" dirty="0" err="1"/>
              <a:t>traveler</a:t>
            </a:r>
            <a:r>
              <a:rPr lang="en-IN" dirty="0"/>
              <a:t> preferences.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Personalized Learning System</a:t>
            </a:r>
            <a:r>
              <a:rPr lang="en-IN" dirty="0"/>
              <a:t> – Learn from user </a:t>
            </a:r>
            <a:r>
              <a:rPr lang="en-IN" dirty="0" err="1"/>
              <a:t>behavior</a:t>
            </a:r>
            <a:r>
              <a:rPr lang="en-IN" dirty="0"/>
              <a:t> and past trips to provide increasingly accurate recommendations. </a:t>
            </a:r>
            <a:r>
              <a:rPr lang="en-IN" b="1" dirty="0"/>
              <a:t>Collaborative Trip Planning</a:t>
            </a:r>
            <a:r>
              <a:rPr lang="en-IN" dirty="0"/>
              <a:t> – Enable families, friends, and groups to plan and manage trips together.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AR/VR Travel Preview</a:t>
            </a:r>
            <a:r>
              <a:rPr lang="en-IN" dirty="0"/>
              <a:t> – Virtual destination exploration before booking a trip. 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b="1" dirty="0"/>
              <a:t>Expense Tracking &amp; Budget Management</a:t>
            </a:r>
            <a:r>
              <a:rPr lang="en-IN" dirty="0"/>
              <a:t> – Real-time monitoring of travel expenses and spending analysis.</a:t>
            </a:r>
          </a:p>
          <a:p>
            <a:pPr marL="285750" lvl="0" indent="-285750">
              <a:lnSpc>
                <a:spcPct val="150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Mobile Application Deployment</a:t>
            </a:r>
            <a:r>
              <a:rPr lang="en-IN" dirty="0"/>
              <a:t> – Extend the platform to Android and iOS for seamless travel assistance on the go.</a:t>
            </a:r>
            <a:endParaRPr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1009</Words>
  <Application>Microsoft Office PowerPoint</Application>
  <PresentationFormat>Widescreen</PresentationFormat>
  <Paragraphs>104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Vaishnavi Raut</cp:lastModifiedBy>
  <cp:revision>30</cp:revision>
  <dcterms:created xsi:type="dcterms:W3CDTF">2025-07-08T05:06:56Z</dcterms:created>
  <dcterms:modified xsi:type="dcterms:W3CDTF">2026-06-10T15:43:19Z</dcterms:modified>
</cp:coreProperties>
</file>